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Online Retail Sales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Summary of Key Insights from Exploratory 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Revenue: 10,666,685</a:t>
            </a:r>
          </a:p>
          <a:p>
            <a:r>
              <a:t>Total Orders: 19,960</a:t>
            </a:r>
          </a:p>
          <a:p>
            <a:r>
              <a:t>Total Customers: 4,338</a:t>
            </a:r>
          </a:p>
          <a:p>
            <a:r>
              <a:t>Average Order Value: 534.40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Revenue Trend</a:t>
            </a:r>
          </a:p>
        </p:txBody>
      </p:sp>
      <p:pic>
        <p:nvPicPr>
          <p:cNvPr id="3" name="Picture 2" descr="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Day of Week</a:t>
            </a:r>
          </a:p>
        </p:txBody>
      </p:sp>
      <p:pic>
        <p:nvPicPr>
          <p:cNvPr id="3" name="Picture 2" descr="dai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Selling Products</a:t>
            </a:r>
          </a:p>
        </p:txBody>
      </p:sp>
      <p:pic>
        <p:nvPicPr>
          <p:cNvPr id="3" name="Picture 2" descr="top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